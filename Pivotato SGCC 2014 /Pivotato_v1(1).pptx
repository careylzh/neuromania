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8" r:id="rId3"/>
    <p:sldId id="264" r:id="rId4"/>
    <p:sldId id="265" r:id="rId5"/>
    <p:sldId id="260" r:id="rId6"/>
    <p:sldId id="259" r:id="rId7"/>
    <p:sldId id="261" r:id="rId8"/>
    <p:sldId id="262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89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095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38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3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01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05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04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861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7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53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0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291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771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859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12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75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Neuromania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Pivotato</a:t>
            </a:r>
            <a:endParaRPr lang="en-US" dirty="0" smtClean="0"/>
          </a:p>
          <a:p>
            <a:r>
              <a:rPr lang="en-US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Carey Lai, Chester </a:t>
            </a:r>
            <a:r>
              <a:rPr lang="en-US" dirty="0" err="1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Koh</a:t>
            </a:r>
            <a:r>
              <a:rPr lang="en-US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Macarius</a:t>
            </a:r>
            <a:r>
              <a:rPr lang="en-US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Eng</a:t>
            </a:r>
            <a:endParaRPr lang="en-S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64"/>
          <a:stretch/>
        </p:blipFill>
        <p:spPr>
          <a:xfrm>
            <a:off x="3007953" y="2432603"/>
            <a:ext cx="1190560" cy="954061"/>
          </a:xfrm>
          <a:prstGeom prst="rect">
            <a:avLst/>
          </a:prstGeom>
        </p:spPr>
      </p:pic>
      <p:pic>
        <p:nvPicPr>
          <p:cNvPr id="1026" name="Picture 2" descr="SGCC Sponsor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06"/>
          <a:stretch/>
        </p:blipFill>
        <p:spPr bwMode="auto">
          <a:xfrm>
            <a:off x="1420184" y="5438091"/>
            <a:ext cx="9360096" cy="141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1304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Synopsis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7977388" cy="107491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Cody is a poor bullied boy in school because he likes to study.</a:t>
            </a:r>
          </a:p>
          <a:p>
            <a:r>
              <a:rPr lang="en-US" dirty="0" smtClean="0"/>
              <a:t>He has no friends </a:t>
            </a:r>
            <a:r>
              <a:rPr lang="en-US" dirty="0" smtClean="0">
                <a:sym typeface="Wingdings" panose="05000000000000000000" pitchFamily="2" charset="2"/>
              </a:rPr>
              <a:t> very susceptible to alternative forms of company.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SG" sz="2800" dirty="0"/>
          </a:p>
        </p:txBody>
      </p:sp>
      <p:pic>
        <p:nvPicPr>
          <p:cNvPr id="4" name="Content Placeholder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861" y="2285999"/>
            <a:ext cx="1163794" cy="28367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614410" y="4047839"/>
            <a:ext cx="6053071" cy="10749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 smtClean="0">
                <a:solidFill>
                  <a:schemeClr val="tx1"/>
                </a:solidFill>
              </a:rPr>
              <a:t>What will happen to him?</a:t>
            </a:r>
            <a:endParaRPr lang="en-SG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7861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“Villains” aka temptations</a:t>
            </a:r>
            <a:endParaRPr lang="en-S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08" y="2782387"/>
            <a:ext cx="2845524" cy="2460993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412" y="2612570"/>
            <a:ext cx="2526295" cy="24688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52602" y="5368834"/>
            <a:ext cx="346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Cool Trio – Dash, Antonio and Axel</a:t>
            </a:r>
            <a:endParaRPr lang="en-SG" dirty="0"/>
          </a:p>
        </p:txBody>
      </p:sp>
      <p:sp>
        <p:nvSpPr>
          <p:cNvPr id="9" name="TextBox 8"/>
          <p:cNvSpPr txBox="1"/>
          <p:nvPr/>
        </p:nvSpPr>
        <p:spPr>
          <a:xfrm>
            <a:off x="6943925" y="5368834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Ecster</a:t>
            </a:r>
            <a:r>
              <a:rPr lang="en-US" dirty="0" smtClean="0"/>
              <a:t> and Friend</a:t>
            </a:r>
            <a:endParaRPr lang="en-SG" dirty="0"/>
          </a:p>
        </p:txBody>
      </p:sp>
      <p:grpSp>
        <p:nvGrpSpPr>
          <p:cNvPr id="12" name="Group 11"/>
          <p:cNvGrpSpPr/>
          <p:nvPr/>
        </p:nvGrpSpPr>
        <p:grpSpPr>
          <a:xfrm>
            <a:off x="2690949" y="3226526"/>
            <a:ext cx="6548685" cy="1998616"/>
            <a:chOff x="2690949" y="3226526"/>
            <a:chExt cx="6548685" cy="1998616"/>
          </a:xfrm>
        </p:grpSpPr>
        <p:sp>
          <p:nvSpPr>
            <p:cNvPr id="10" name="Oval 9"/>
            <p:cNvSpPr/>
            <p:nvPr/>
          </p:nvSpPr>
          <p:spPr>
            <a:xfrm>
              <a:off x="2690949" y="3226526"/>
              <a:ext cx="1018903" cy="1018903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8220731" y="4206239"/>
              <a:ext cx="1018903" cy="1018903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5126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Powerups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Pictures of </a:t>
            </a:r>
            <a:r>
              <a:rPr lang="en-US" dirty="0" err="1" smtClean="0"/>
              <a:t>powerups</a:t>
            </a:r>
            <a:r>
              <a:rPr lang="en-US" dirty="0" smtClean="0"/>
              <a:t>, just pictures will </a:t>
            </a:r>
            <a:r>
              <a:rPr lang="en-US" dirty="0" smtClean="0"/>
              <a:t>do I can talk about eac</a:t>
            </a:r>
            <a:r>
              <a:rPr lang="en-US" dirty="0" smtClean="0"/>
              <a:t>h of them</a:t>
            </a:r>
          </a:p>
          <a:p>
            <a:endParaRPr lang="en-US" dirty="0"/>
          </a:p>
          <a:p>
            <a:r>
              <a:rPr lang="en-US" dirty="0" smtClean="0"/>
              <a:t>we want to show that positivity is a choice. </a:t>
            </a:r>
            <a:r>
              <a:rPr lang="en-US" dirty="0" smtClean="0"/>
              <a:t>It is always present for us to choose it.</a:t>
            </a:r>
            <a:r>
              <a:rPr lang="en-US" dirty="0" smtClean="0"/>
              <a:t> </a:t>
            </a:r>
          </a:p>
          <a:p>
            <a:r>
              <a:rPr lang="en-US" dirty="0" smtClean="0"/>
              <a:t>Sports </a:t>
            </a:r>
          </a:p>
          <a:p>
            <a:r>
              <a:rPr lang="en-US" dirty="0" smtClean="0"/>
              <a:t>family love </a:t>
            </a:r>
          </a:p>
          <a:p>
            <a:r>
              <a:rPr lang="en-US" dirty="0" smtClean="0"/>
              <a:t>studies(as a responsibility)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64504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195109"/>
            <a:ext cx="9601196" cy="1303867"/>
          </a:xfrm>
        </p:spPr>
        <p:txBody>
          <a:bodyPr/>
          <a:lstStyle/>
          <a:p>
            <a:r>
              <a:rPr lang="en-US" dirty="0" smtClean="0"/>
              <a:t>Gameplay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9091" y="625101"/>
            <a:ext cx="3095224" cy="1718854"/>
          </a:xfrm>
        </p:spPr>
        <p:txBody>
          <a:bodyPr>
            <a:normAutofit fontScale="85000" lnSpcReduction="10000"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Screenshots of the final game:</a:t>
            </a:r>
          </a:p>
          <a:p>
            <a:pPr lvl="1">
              <a:buFont typeface="+mj-lt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RPG (main map)</a:t>
            </a:r>
          </a:p>
          <a:p>
            <a:pPr lvl="1">
              <a:buFont typeface="+mj-lt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Communicating with NPCs</a:t>
            </a:r>
          </a:p>
          <a:p>
            <a:pPr lvl="1">
              <a:buFont typeface="+mj-lt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Simulation battle</a:t>
            </a:r>
          </a:p>
          <a:p>
            <a:pPr lvl="1">
              <a:buFont typeface="+mj-lt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Signboards as a bonus</a:t>
            </a:r>
          </a:p>
          <a:p>
            <a:pPr marL="457200" lvl="1" indent="0">
              <a:buNone/>
            </a:pPr>
            <a:r>
              <a:rPr lang="en-US" sz="1700" b="1" dirty="0" smtClean="0">
                <a:solidFill>
                  <a:srgbClr val="FF0000"/>
                </a:solidFill>
              </a:rPr>
              <a:t>In the same animation line up </a:t>
            </a:r>
          </a:p>
        </p:txBody>
      </p:sp>
      <p:pic>
        <p:nvPicPr>
          <p:cNvPr id="2050" name="Picture 2" descr="http://blogs.msdn.com/blogfiles/willy-peter_schaub/windowslivewriter/externalrangersthevoteshavebeentalliedan_ef1a/clipart_of_15220_sm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958082" y="2881427"/>
            <a:ext cx="2107978" cy="15809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blogs.msdn.com/blogfiles/willy-peter_schaub/windowslivewriter/externalrangersthevoteshavebeentalliedan_ef1a/clipart_of_15220_sm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20215">
            <a:off x="3474193" y="3373205"/>
            <a:ext cx="2107979" cy="15809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blogs.msdn.com/blogfiles/willy-peter_schaub/windowslivewriter/externalrangersthevoteshavebeentalliedan_ef1a/clipart_of_15220_sm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5338">
            <a:off x="6124989" y="3138711"/>
            <a:ext cx="2399774" cy="17998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blogs.msdn.com/blogfiles/willy-peter_schaub/windowslivewriter/externalrangersthevoteshavebeentalliedan_ef1a/clipart_of_15220_sm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8909066" y="3709072"/>
            <a:ext cx="2237219" cy="16779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9133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of the game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9600" b="1" dirty="0" smtClean="0"/>
              <a:t>Say NO to Drugs literally!</a:t>
            </a:r>
            <a:endParaRPr lang="en-SG" sz="9600" b="1" dirty="0"/>
          </a:p>
        </p:txBody>
      </p:sp>
    </p:spTree>
    <p:extLst>
      <p:ext uri="{BB962C8B-B14F-4D97-AF65-F5344CB8AC3E}">
        <p14:creationId xmlns:p14="http://schemas.microsoft.com/office/powerpoint/2010/main" val="34671068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life does not rewind…</a:t>
            </a:r>
          </a:p>
          <a:p>
            <a:r>
              <a:rPr lang="en-US" dirty="0" smtClean="0"/>
              <a:t>[show effects of taking drugs]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476012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2536612"/>
            <a:ext cx="9601196" cy="1303867"/>
          </a:xfrm>
        </p:spPr>
        <p:txBody>
          <a:bodyPr/>
          <a:lstStyle/>
          <a:p>
            <a:r>
              <a:rPr lang="en-US" dirty="0" smtClean="0"/>
              <a:t>Demonstration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7754153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Development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Added to our CCA website for all to </a:t>
            </a:r>
            <a:r>
              <a:rPr lang="en-US" dirty="0" smtClean="0"/>
              <a:t>play to further </a:t>
            </a:r>
            <a:r>
              <a:rPr lang="en-US" smtClean="0"/>
              <a:t>promote message </a:t>
            </a:r>
            <a:r>
              <a:rPr lang="en-US" dirty="0" smtClean="0"/>
              <a:t>(did that for last year’s entry)</a:t>
            </a:r>
          </a:p>
          <a:p>
            <a:pPr lvl="1"/>
            <a:r>
              <a:rPr lang="en-US" dirty="0" smtClean="0"/>
              <a:t>Showed during our CCA booth displays during open houses</a:t>
            </a:r>
          </a:p>
        </p:txBody>
      </p:sp>
    </p:spTree>
    <p:extLst>
      <p:ext uri="{BB962C8B-B14F-4D97-AF65-F5344CB8AC3E}">
        <p14:creationId xmlns:p14="http://schemas.microsoft.com/office/powerpoint/2010/main" val="265183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2588863"/>
            <a:ext cx="9601196" cy="1303867"/>
          </a:xfrm>
        </p:spPr>
        <p:txBody>
          <a:bodyPr/>
          <a:lstStyle/>
          <a:p>
            <a:r>
              <a:rPr lang="en-US" dirty="0" smtClean="0"/>
              <a:t>Q&amp;A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285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61</TotalTime>
  <Words>188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Wingdings</vt:lpstr>
      <vt:lpstr>Organic</vt:lpstr>
      <vt:lpstr>Neuromania</vt:lpstr>
      <vt:lpstr>Synopsis</vt:lpstr>
      <vt:lpstr>“Villains” aka temptations</vt:lpstr>
      <vt:lpstr>Powerups</vt:lpstr>
      <vt:lpstr>Gameplay</vt:lpstr>
      <vt:lpstr>Objective of the game</vt:lpstr>
      <vt:lpstr>Theme</vt:lpstr>
      <vt:lpstr>Demonstration</vt:lpstr>
      <vt:lpstr>Future Development</vt:lpstr>
      <vt:lpstr>Q&amp;A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Pivotato </dc:title>
  <dc:creator>Phronesis</dc:creator>
  <cp:lastModifiedBy>Phronesis</cp:lastModifiedBy>
  <cp:revision>40</cp:revision>
  <dcterms:created xsi:type="dcterms:W3CDTF">2014-09-08T19:02:03Z</dcterms:created>
  <dcterms:modified xsi:type="dcterms:W3CDTF">2014-09-08T20:08:55Z</dcterms:modified>
</cp:coreProperties>
</file>