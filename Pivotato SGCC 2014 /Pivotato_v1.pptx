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_rels/presentation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.xml" ContentType="application/vnd.openxmlformats-officedocument.presentationml.slideLayout+xml"/>
  <Override PartName="/ppt/media/image15.png" ContentType="image/png"/>
  <Override PartName="/ppt/media/image14.png" ContentType="image/png"/>
  <Override PartName="/ppt/media/image13.png" ContentType="image/png"/>
  <Override PartName="/ppt/media/image12.png" ContentType="image/png"/>
  <Override PartName="/ppt/media/image11.jpeg" ContentType="image/jpeg"/>
  <Override PartName="/ppt/media/image10.png" ContentType="image/png"/>
  <Override PartName="/ppt/media/image9.png" ContentType="image/png"/>
  <Override PartName="/ppt/media/image7.png" ContentType="image/png"/>
  <Override PartName="/ppt/media/image6.jpeg" ContentType="image/jpeg"/>
  <Override PartName="/ppt/media/image5.png" ContentType="image/png"/>
  <Override PartName="/ppt/media/image4.png" ContentType="image/png"/>
  <Override PartName="/ppt/media/image3.png" ContentType="image/png"/>
  <Override PartName="/ppt/media/image16.png" ContentType="image/png"/>
  <Override PartName="/ppt/media/image2.png" ContentType="image/png"/>
  <Override PartName="/ppt/media/image8.png" ContentType="image/png"/>
  <Override PartName="/ppt/media/image1.jpeg" ContentType="image/jpeg"/>
  <Override PartName="/ppt/theme/theme2.xml" ContentType="application/vnd.openxmlformats-officedocument.theme+xml"/>
  <Override PartName="/ppt/theme/theme1.xml" ContentType="application/vnd.openxmlformats-officedocument.theme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9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840" cy="130392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295280" y="2557080"/>
            <a:ext cx="9600840" cy="3318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840" cy="130392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1295280" y="2557080"/>
            <a:ext cx="9600840" cy="33184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840" cy="130392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1295280" y="2557080"/>
            <a:ext cx="4685040" cy="33184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6215040" y="2557080"/>
            <a:ext cx="4685040" cy="33184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840" cy="130392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1295280" y="982080"/>
            <a:ext cx="9600840" cy="60440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840" cy="130392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1295280" y="2557080"/>
            <a:ext cx="4685040" cy="158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1295280" y="4290480"/>
            <a:ext cx="4685040" cy="158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215040" y="2557080"/>
            <a:ext cx="4685040" cy="33184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840" cy="130392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1295280" y="2557080"/>
            <a:ext cx="4685040" cy="33184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6215040" y="2557080"/>
            <a:ext cx="4685040" cy="158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6215040" y="4290480"/>
            <a:ext cx="4685040" cy="158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840" cy="130392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1295280" y="2557080"/>
            <a:ext cx="4685040" cy="158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215040" y="2557080"/>
            <a:ext cx="4685040" cy="158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1295280" y="4290480"/>
            <a:ext cx="9600840" cy="158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840" cy="130392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1295280" y="2557080"/>
            <a:ext cx="9600840" cy="158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1295280" y="4290480"/>
            <a:ext cx="9600840" cy="158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840" cy="130392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1295280" y="2557080"/>
            <a:ext cx="4685040" cy="158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215040" y="2557080"/>
            <a:ext cx="4685040" cy="158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215040" y="4290480"/>
            <a:ext cx="4685040" cy="158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1295280" y="4290480"/>
            <a:ext cx="4685040" cy="158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840" cy="130392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1295280" y="2557080"/>
            <a:ext cx="9600840" cy="33184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1295280" y="2557080"/>
            <a:ext cx="9600840" cy="33184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pic>
        <p:nvPicPr>
          <p:cNvPr id="40" name="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4015800" y="2557080"/>
            <a:ext cx="4159080" cy="3318480"/>
          </a:xfrm>
          <a:prstGeom prst="rect">
            <a:avLst/>
          </a:prstGeom>
          <a:ln>
            <a:noFill/>
          </a:ln>
        </p:spPr>
      </p:pic>
      <p:pic>
        <p:nvPicPr>
          <p:cNvPr id="41" name="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4015800" y="2557080"/>
            <a:ext cx="4159080" cy="3318480"/>
          </a:xfrm>
          <a:prstGeom prst="rect">
            <a:avLst/>
          </a:prstGeom>
          <a:ln>
            <a:noFill/>
          </a:ln>
        </p:spPr>
      </p:pic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840" cy="130392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1295280" y="2557080"/>
            <a:ext cx="9600840" cy="3318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840" cy="130392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1295280" y="2557080"/>
            <a:ext cx="9600840" cy="33184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840" cy="130392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295280" y="2557080"/>
            <a:ext cx="4685040" cy="33184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15040" y="2557080"/>
            <a:ext cx="4685040" cy="33184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840" cy="130392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1295280" y="982080"/>
            <a:ext cx="9600840" cy="60440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840" cy="130392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1295280" y="2557080"/>
            <a:ext cx="4685040" cy="158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1295280" y="4290480"/>
            <a:ext cx="4685040" cy="158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6215040" y="2557080"/>
            <a:ext cx="4685040" cy="33184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840" cy="130392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1295280" y="2557080"/>
            <a:ext cx="4685040" cy="33184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215040" y="2557080"/>
            <a:ext cx="4685040" cy="158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6215040" y="4290480"/>
            <a:ext cx="4685040" cy="158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840" cy="130392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1295280" y="2557080"/>
            <a:ext cx="4685040" cy="158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6215040" y="2557080"/>
            <a:ext cx="4685040" cy="158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1295280" y="4290480"/>
            <a:ext cx="9600840" cy="158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840" cy="130392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1295280" y="2557080"/>
            <a:ext cx="9600840" cy="158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1295280" y="4290480"/>
            <a:ext cx="9600840" cy="158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840" cy="130392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1295280" y="2557080"/>
            <a:ext cx="4685040" cy="158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6215040" y="2557080"/>
            <a:ext cx="4685040" cy="158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6215040" y="4290480"/>
            <a:ext cx="4685040" cy="158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1295280" y="4290480"/>
            <a:ext cx="4685040" cy="15825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840" cy="130392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1295280" y="2557080"/>
            <a:ext cx="9600840" cy="33184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1295280" y="2557080"/>
            <a:ext cx="9600840" cy="33184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pic>
        <p:nvPicPr>
          <p:cNvPr id="81" name="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4015800" y="2557080"/>
            <a:ext cx="4159080" cy="3318480"/>
          </a:xfrm>
          <a:prstGeom prst="rect">
            <a:avLst/>
          </a:prstGeom>
          <a:ln>
            <a:noFill/>
          </a:ln>
        </p:spPr>
      </p:pic>
      <p:pic>
        <p:nvPicPr>
          <p:cNvPr id="82" name="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4015800" y="2557080"/>
            <a:ext cx="4159080" cy="331848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Relationship Id="rId9" Type="http://schemas.openxmlformats.org/officeDocument/2006/relationships/slideLayout" Target="../slideLayouts/slideLayout5.xml"/><Relationship Id="rId10" Type="http://schemas.openxmlformats.org/officeDocument/2006/relationships/slideLayout" Target="../slideLayouts/slideLayout6.xml"/><Relationship Id="rId11" Type="http://schemas.openxmlformats.org/officeDocument/2006/relationships/slideLayout" Target="../slideLayouts/slideLayout7.xml"/><Relationship Id="rId12" Type="http://schemas.openxmlformats.org/officeDocument/2006/relationships/slideLayout" Target="../slideLayouts/slideLayout8.xml"/><Relationship Id="rId13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6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520" cy="6855840"/>
          </a:xfrm>
          <a:prstGeom prst="rect">
            <a:avLst/>
          </a:prstGeom>
          <a:ln>
            <a:noFill/>
          </a:ln>
        </p:spPr>
      </p:pic>
      <p:pic>
        <p:nvPicPr>
          <p:cNvPr id="1" name="Picture 6" descr="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88520" cy="6855840"/>
          </a:xfrm>
          <a:prstGeom prst="rect">
            <a:avLst/>
          </a:prstGeom>
          <a:ln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692440" y="1871280"/>
            <a:ext cx="6815160" cy="1515240"/>
          </a:xfrm>
          <a:prstGeom prst="rect">
            <a:avLst/>
          </a:prstGeom>
        </p:spPr>
        <p:txBody>
          <a:bodyPr anchor="b"/>
          <a:p>
            <a:pPr algn="ctr">
              <a:lnSpc>
                <a:spcPct val="100000"/>
              </a:lnSpc>
            </a:pPr>
            <a:r>
              <a:rPr lang="en-US" sz="5400">
                <a:solidFill>
                  <a:srgbClr val="262626"/>
                </a:solidFill>
                <a:latin typeface="Garamond"/>
              </a:rPr>
              <a:t>Click to edit the title text formatClick to edit Master title style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/>
          </p:nvPr>
        </p:nvSpPr>
        <p:spPr>
          <a:xfrm>
            <a:off x="7983360" y="5037840"/>
            <a:ext cx="897120" cy="27900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r>
              <a:rPr lang="en-GB" sz="1000">
                <a:solidFill>
                  <a:srgbClr val="000000"/>
                </a:solidFill>
                <a:latin typeface="Garamond"/>
              </a:rPr>
              <a:t>09/09/14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ftr"/>
          </p:nvPr>
        </p:nvSpPr>
        <p:spPr>
          <a:xfrm>
            <a:off x="2692440" y="5037840"/>
            <a:ext cx="5214240" cy="279000"/>
          </a:xfrm>
          <a:prstGeom prst="rect">
            <a:avLst/>
          </a:prstGeom>
        </p:spPr>
        <p:txBody>
          <a:bodyPr anchor="ctr"/>
          <a:p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/>
          </p:nvPr>
        </p:nvSpPr>
        <p:spPr>
          <a:xfrm>
            <a:off x="8956800" y="5037840"/>
            <a:ext cx="550800" cy="27900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7AE83E21-0533-4A91-9800-05DB721F5236}" type="slidenum">
              <a:rPr lang="en-GB" sz="1000">
                <a:solidFill>
                  <a:srgbClr val="000000"/>
                </a:solidFill>
                <a:latin typeface="Garamond"/>
              </a:rPr>
              <a:t>&lt;number&gt;</a:t>
            </a:fld>
            <a:endParaRPr/>
          </a:p>
        </p:txBody>
      </p:sp>
      <p:sp>
        <p:nvSpPr>
          <p:cNvPr id="6" name="Line 5"/>
          <p:cNvSpPr/>
          <p:nvPr/>
        </p:nvSpPr>
        <p:spPr>
          <a:xfrm>
            <a:off x="2692080" y="3521880"/>
            <a:ext cx="6815880" cy="0"/>
          </a:xfrm>
          <a:prstGeom prst="line">
            <a:avLst/>
          </a:prstGeom>
          <a:ln w="15840">
            <a:solidFill>
              <a:srgbClr val="e8d191"/>
            </a:solidFill>
            <a:round/>
          </a:ln>
        </p:spPr>
      </p:sp>
      <p:sp>
        <p:nvSpPr>
          <p:cNvPr id="7" name="PlaceHolder 6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/>
          <a:p>
            <a:pPr>
              <a:buSzPct val="45000"/>
              <a:buFont typeface="StarSymbol"/>
              <a:buChar char=""/>
            </a:pPr>
            <a:r>
              <a:rPr lang="en-US" sz="2400">
                <a:latin typeface="Garamond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US">
                <a:latin typeface="Garamond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US" sz="1600">
                <a:latin typeface="Garamond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US" sz="1400">
                <a:latin typeface="Garamond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US" sz="2000">
                <a:latin typeface="Garamond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US" sz="2000">
                <a:latin typeface="Garamond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US" sz="2000">
                <a:latin typeface="Garamond"/>
              </a:rPr>
              <a:t>Seventh Outline Level</a:t>
            </a:r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6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520" cy="6855840"/>
          </a:xfrm>
          <a:prstGeom prst="rect">
            <a:avLst/>
          </a:prstGeom>
          <a:ln>
            <a:noFill/>
          </a:ln>
        </p:spPr>
      </p:pic>
      <p:sp>
        <p:nvSpPr>
          <p:cNvPr id="43" name="Line 1"/>
          <p:cNvSpPr/>
          <p:nvPr/>
        </p:nvSpPr>
        <p:spPr>
          <a:xfrm>
            <a:off x="1396080" y="2421360"/>
            <a:ext cx="9407160" cy="0"/>
          </a:xfrm>
          <a:prstGeom prst="line">
            <a:avLst/>
          </a:prstGeom>
          <a:ln w="15840">
            <a:solidFill>
              <a:srgbClr val="e8d191"/>
            </a:solidFill>
            <a:round/>
          </a:ln>
        </p:spPr>
      </p:sp>
      <p:sp>
        <p:nvSpPr>
          <p:cNvPr id="44" name="PlaceHolder 2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840" cy="1303560"/>
          </a:xfrm>
          <a:prstGeom prst="rect">
            <a:avLst/>
          </a:prstGeom>
        </p:spPr>
        <p:txBody>
          <a:bodyPr anchor="ctr"/>
          <a:p>
            <a:pPr algn="ctr">
              <a:lnSpc>
                <a:spcPct val="100000"/>
              </a:lnSpc>
            </a:pPr>
            <a:r>
              <a:rPr lang="en-US" sz="4400">
                <a:solidFill>
                  <a:srgbClr val="262626"/>
                </a:solidFill>
                <a:latin typeface="Garamond"/>
              </a:rPr>
              <a:t>Click to edit the title text formatClick to edit Master title style</a:t>
            </a:r>
            <a:endParaRPr/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1295280" y="2557080"/>
            <a:ext cx="9600840" cy="3318480"/>
          </a:xfrm>
          <a:prstGeom prst="rect">
            <a:avLst/>
          </a:prstGeom>
        </p:spPr>
        <p:txBody>
          <a:bodyPr/>
          <a:p>
            <a:pPr>
              <a:buSzPct val="45000"/>
              <a:buFont typeface="StarSymbol"/>
              <a:buChar char=""/>
            </a:pPr>
            <a:r>
              <a:rPr lang="en-US" sz="2400">
                <a:solidFill>
                  <a:srgbClr val="262626"/>
                </a:solidFill>
                <a:latin typeface="Garamond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US" sz="2400">
                <a:solidFill>
                  <a:srgbClr val="262626"/>
                </a:solidFill>
                <a:latin typeface="Garamond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US" sz="2400">
                <a:solidFill>
                  <a:srgbClr val="262626"/>
                </a:solidFill>
                <a:latin typeface="Garamond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US" sz="2400">
                <a:solidFill>
                  <a:srgbClr val="262626"/>
                </a:solidFill>
                <a:latin typeface="Garamond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US" sz="2400">
                <a:solidFill>
                  <a:srgbClr val="262626"/>
                </a:solidFill>
                <a:latin typeface="Garamond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US" sz="2400">
                <a:solidFill>
                  <a:srgbClr val="262626"/>
                </a:solidFill>
                <a:latin typeface="Garamond"/>
              </a:rPr>
              <a:t>Sixth Outline Level</a:t>
            </a:r>
            <a:endParaRPr/>
          </a:p>
          <a:p>
            <a:pPr>
              <a:lnSpc>
                <a:spcPct val="100000"/>
              </a:lnSpc>
              <a:buSzPct val="115000"/>
              <a:buFont typeface="Arial"/>
              <a:buChar char="•"/>
            </a:pPr>
            <a:r>
              <a:rPr lang="en-US" sz="2400">
                <a:solidFill>
                  <a:srgbClr val="262626"/>
                </a:solidFill>
                <a:latin typeface="Garamond"/>
              </a:rPr>
              <a:t>Seventh Outline LevelClick to edit Master text styles</a:t>
            </a:r>
            <a:endParaRPr/>
          </a:p>
          <a:p>
            <a:pPr lvl="1">
              <a:lnSpc>
                <a:spcPct val="100000"/>
              </a:lnSpc>
              <a:buSzPct val="115000"/>
              <a:buFont typeface="Arial"/>
              <a:buChar char="•"/>
            </a:pPr>
            <a:r>
              <a:rPr lang="en-US" sz="2000">
                <a:solidFill>
                  <a:srgbClr val="262626"/>
                </a:solidFill>
                <a:latin typeface="Garamond"/>
              </a:rPr>
              <a:t>Second level</a:t>
            </a:r>
            <a:endParaRPr/>
          </a:p>
          <a:p>
            <a:pPr lvl="2">
              <a:lnSpc>
                <a:spcPct val="100000"/>
              </a:lnSpc>
              <a:buSzPct val="115000"/>
              <a:buFont typeface="Arial"/>
              <a:buChar char="•"/>
            </a:pPr>
            <a:r>
              <a:rPr lang="en-US">
                <a:solidFill>
                  <a:srgbClr val="262626"/>
                </a:solidFill>
                <a:latin typeface="Garamond"/>
              </a:rPr>
              <a:t>Third level</a:t>
            </a:r>
            <a:endParaRPr/>
          </a:p>
          <a:p>
            <a:pPr lvl="3">
              <a:lnSpc>
                <a:spcPct val="100000"/>
              </a:lnSpc>
              <a:buSzPct val="115000"/>
              <a:buFont typeface="Arial"/>
              <a:buChar char="•"/>
            </a:pPr>
            <a:r>
              <a:rPr lang="en-US" sz="1600">
                <a:solidFill>
                  <a:srgbClr val="262626"/>
                </a:solidFill>
                <a:latin typeface="Garamond"/>
              </a:rPr>
              <a:t>Fourth level</a:t>
            </a:r>
            <a:endParaRPr/>
          </a:p>
          <a:p>
            <a:pPr lvl="4">
              <a:lnSpc>
                <a:spcPct val="100000"/>
              </a:lnSpc>
              <a:buSzPct val="115000"/>
              <a:buFont typeface="Arial"/>
              <a:buChar char="•"/>
            </a:pPr>
            <a:r>
              <a:rPr lang="en-US" sz="1400">
                <a:solidFill>
                  <a:srgbClr val="262626"/>
                </a:solidFill>
                <a:latin typeface="Garamond"/>
              </a:rPr>
              <a:t>Fifth level</a:t>
            </a:r>
            <a:endParaRPr/>
          </a:p>
        </p:txBody>
      </p:sp>
      <p:sp>
        <p:nvSpPr>
          <p:cNvPr id="46" name="PlaceHolder 4"/>
          <p:cNvSpPr>
            <a:spLocks noGrp="1"/>
          </p:cNvSpPr>
          <p:nvPr>
            <p:ph type="dt"/>
          </p:nvPr>
        </p:nvSpPr>
        <p:spPr>
          <a:xfrm>
            <a:off x="8677440" y="5969160"/>
            <a:ext cx="1599840" cy="27900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r>
              <a:rPr lang="en-GB" sz="1000">
                <a:solidFill>
                  <a:srgbClr val="000000"/>
                </a:solidFill>
                <a:latin typeface="Garamond"/>
              </a:rPr>
              <a:t>09/09/14</a:t>
            </a:r>
            <a:endParaRPr/>
          </a:p>
        </p:txBody>
      </p:sp>
      <p:sp>
        <p:nvSpPr>
          <p:cNvPr id="47" name="PlaceHolder 5"/>
          <p:cNvSpPr>
            <a:spLocks noGrp="1"/>
          </p:cNvSpPr>
          <p:nvPr>
            <p:ph type="ftr"/>
          </p:nvPr>
        </p:nvSpPr>
        <p:spPr>
          <a:xfrm>
            <a:off x="1295280" y="5969160"/>
            <a:ext cx="7305480" cy="279000"/>
          </a:xfrm>
          <a:prstGeom prst="rect">
            <a:avLst/>
          </a:prstGeom>
        </p:spPr>
        <p:txBody>
          <a:bodyPr anchor="ctr"/>
          <a:p>
            <a:endParaRPr/>
          </a:p>
        </p:txBody>
      </p:sp>
      <p:sp>
        <p:nvSpPr>
          <p:cNvPr id="48" name="PlaceHolder 6"/>
          <p:cNvSpPr>
            <a:spLocks noGrp="1"/>
          </p:cNvSpPr>
          <p:nvPr>
            <p:ph type="sldNum"/>
          </p:nvPr>
        </p:nvSpPr>
        <p:spPr>
          <a:xfrm>
            <a:off x="10353960" y="5969160"/>
            <a:ext cx="542160" cy="27900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4151248C-7BC1-45CE-B32D-980AAD66E25A}" type="slidenum">
              <a:rPr lang="en-GB" sz="1000">
                <a:solidFill>
                  <a:srgbClr val="000000"/>
                </a:solidFill>
                <a:latin typeface="Garamond"/>
              </a:rPr>
              <a:t>&lt;number&gt;</a:t>
            </a:fld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Shape 1"/>
          <p:cNvSpPr txBox="1"/>
          <p:nvPr/>
        </p:nvSpPr>
        <p:spPr>
          <a:xfrm>
            <a:off x="2692440" y="1871280"/>
            <a:ext cx="6815160" cy="1515240"/>
          </a:xfrm>
          <a:prstGeom prst="rect">
            <a:avLst/>
          </a:prstGeom>
        </p:spPr>
        <p:txBody>
          <a:bodyPr anchor="b"/>
          <a:p>
            <a:pPr algn="ctr">
              <a:lnSpc>
                <a:spcPct val="100000"/>
              </a:lnSpc>
            </a:pPr>
            <a:r>
              <a:rPr lang="en-US" sz="5400">
                <a:solidFill>
                  <a:srgbClr val="262626"/>
                </a:solidFill>
                <a:latin typeface="Garamond"/>
              </a:rPr>
              <a:t>Neuromania</a:t>
            </a:r>
            <a:endParaRPr/>
          </a:p>
        </p:txBody>
      </p:sp>
      <p:sp>
        <p:nvSpPr>
          <p:cNvPr id="84" name="TextShape 2"/>
          <p:cNvSpPr txBox="1"/>
          <p:nvPr/>
        </p:nvSpPr>
        <p:spPr>
          <a:xfrm>
            <a:off x="2692440" y="3657600"/>
            <a:ext cx="6815160" cy="1320480"/>
          </a:xfrm>
          <a:prstGeom prst="rect">
            <a:avLst/>
          </a:prstGeom>
        </p:spPr>
        <p:txBody>
          <a:bodyPr/>
          <a:p>
            <a:pPr algn="ctr">
              <a:lnSpc>
                <a:spcPct val="100000"/>
              </a:lnSpc>
            </a:pPr>
            <a:r>
              <a:rPr lang="en-GB" sz="2100">
                <a:solidFill>
                  <a:srgbClr val="000000"/>
                </a:solidFill>
                <a:latin typeface="Garamond"/>
              </a:rPr>
              <a:t>Pivotato</a:t>
            </a:r>
            <a:endParaRPr/>
          </a:p>
          <a:p>
            <a:pPr algn="ctr">
              <a:lnSpc>
                <a:spcPct val="100000"/>
              </a:lnSpc>
            </a:pPr>
            <a:r>
              <a:rPr lang="en-GB" sz="2100">
                <a:solidFill>
                  <a:srgbClr val="909090"/>
                </a:solidFill>
                <a:latin typeface="Garamond"/>
              </a:rPr>
              <a:t>Carey Lai, Chester Koh, Macarius Eng</a:t>
            </a:r>
            <a:endParaRPr/>
          </a:p>
        </p:txBody>
      </p:sp>
      <p:pic>
        <p:nvPicPr>
          <p:cNvPr id="85" name="Picture 4" descr=""/>
          <p:cNvPicPr/>
          <p:nvPr/>
        </p:nvPicPr>
        <p:blipFill>
          <a:blip r:embed="rId1"/>
          <a:srcRect l="0" t="0" r="0" b="19846"/>
          <a:stretch>
            <a:fillRect/>
          </a:stretch>
        </p:blipFill>
        <p:spPr>
          <a:xfrm>
            <a:off x="3007800" y="2432520"/>
            <a:ext cx="1190160" cy="953640"/>
          </a:xfrm>
          <a:prstGeom prst="rect">
            <a:avLst/>
          </a:prstGeom>
          <a:ln>
            <a:noFill/>
          </a:ln>
        </p:spPr>
      </p:pic>
      <p:pic>
        <p:nvPicPr>
          <p:cNvPr id="86" name="Picture 2" descr=""/>
          <p:cNvPicPr/>
          <p:nvPr/>
        </p:nvPicPr>
        <p:blipFill>
          <a:blip r:embed="rId2"/>
          <a:srcRect l="0" t="0" r="320333" b="0"/>
          <a:stretch>
            <a:fillRect/>
          </a:stretch>
        </p:blipFill>
        <p:spPr>
          <a:xfrm>
            <a:off x="1420200" y="5438160"/>
            <a:ext cx="9359640" cy="1419480"/>
          </a:xfrm>
          <a:prstGeom prst="rect">
            <a:avLst/>
          </a:prstGeom>
          <a:ln>
            <a:noFill/>
          </a:ln>
        </p:spPr>
      </p:pic>
    </p:spTree>
  </p:cSld>
  <p:transition spd="slow">
    <p:fade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Shape 1"/>
          <p:cNvSpPr txBox="1"/>
          <p:nvPr/>
        </p:nvSpPr>
        <p:spPr>
          <a:xfrm>
            <a:off x="1295280" y="982080"/>
            <a:ext cx="9600840" cy="1303560"/>
          </a:xfrm>
          <a:prstGeom prst="rect">
            <a:avLst/>
          </a:prstGeom>
        </p:spPr>
        <p:txBody>
          <a:bodyPr anchor="ctr"/>
          <a:p>
            <a:pPr algn="ctr">
              <a:lnSpc>
                <a:spcPct val="100000"/>
              </a:lnSpc>
            </a:pPr>
            <a:r>
              <a:rPr lang="en-US" sz="4400">
                <a:solidFill>
                  <a:srgbClr val="262626"/>
                </a:solidFill>
                <a:latin typeface="Garamond"/>
              </a:rPr>
              <a:t>Synopsis</a:t>
            </a:r>
            <a:endParaRPr/>
          </a:p>
        </p:txBody>
      </p:sp>
      <p:sp>
        <p:nvSpPr>
          <p:cNvPr id="88" name="TextShape 2"/>
          <p:cNvSpPr txBox="1"/>
          <p:nvPr/>
        </p:nvSpPr>
        <p:spPr>
          <a:xfrm>
            <a:off x="1295280" y="2557080"/>
            <a:ext cx="7976880" cy="1074600"/>
          </a:xfrm>
          <a:prstGeom prst="rect">
            <a:avLst/>
          </a:prstGeom>
        </p:spPr>
        <p:txBody>
          <a:bodyPr/>
          <a:p>
            <a:pPr>
              <a:lnSpc>
                <a:spcPct val="100000"/>
              </a:lnSpc>
              <a:buSzPct val="115000"/>
              <a:buFont typeface="Arial"/>
              <a:buChar char="•"/>
            </a:pPr>
            <a:r>
              <a:rPr lang="en-US" sz="2400">
                <a:solidFill>
                  <a:srgbClr val="262626"/>
                </a:solidFill>
                <a:latin typeface="Garamond"/>
              </a:rPr>
              <a:t>Cody is a poor bullied boy in school because he likes to study.</a:t>
            </a:r>
            <a:endParaRPr/>
          </a:p>
          <a:p>
            <a:pPr>
              <a:lnSpc>
                <a:spcPct val="100000"/>
              </a:lnSpc>
              <a:buSzPct val="115000"/>
              <a:buFont typeface="Arial"/>
              <a:buChar char="•"/>
            </a:pPr>
            <a:r>
              <a:rPr lang="en-US" sz="2400">
                <a:solidFill>
                  <a:srgbClr val="262626"/>
                </a:solidFill>
                <a:latin typeface="Garamond"/>
              </a:rPr>
              <a:t>He has no friends </a:t>
            </a:r>
            <a:r>
              <a:rPr lang="en-US" sz="2400">
                <a:solidFill>
                  <a:srgbClr val="262626"/>
                </a:solidFill>
                <a:latin typeface="Wingdings"/>
              </a:rPr>
              <a:t></a:t>
            </a:r>
            <a:r>
              <a:rPr lang="en-US" sz="2400">
                <a:solidFill>
                  <a:srgbClr val="262626"/>
                </a:solidFill>
                <a:latin typeface="Garamond"/>
              </a:rPr>
              <a:t> very susceptible to alternative forms of company.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  <p:pic>
        <p:nvPicPr>
          <p:cNvPr id="89" name="Content Placeholder 9" descr=""/>
          <p:cNvPicPr/>
          <p:nvPr/>
        </p:nvPicPr>
        <p:blipFill>
          <a:blip r:embed="rId1"/>
          <a:stretch>
            <a:fillRect/>
          </a:stretch>
        </p:blipFill>
        <p:spPr>
          <a:xfrm>
            <a:off x="9563040" y="2286000"/>
            <a:ext cx="1163520" cy="2836440"/>
          </a:xfrm>
          <a:prstGeom prst="rect">
            <a:avLst/>
          </a:prstGeom>
          <a:ln>
            <a:noFill/>
          </a:ln>
        </p:spPr>
      </p:pic>
      <p:sp>
        <p:nvSpPr>
          <p:cNvPr id="90" name="CustomShape 3"/>
          <p:cNvSpPr/>
          <p:nvPr/>
        </p:nvSpPr>
        <p:spPr>
          <a:xfrm>
            <a:off x="2614320" y="4047840"/>
            <a:ext cx="6052680" cy="1074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>
              <a:lnSpc>
                <a:spcPct val="100000"/>
              </a:lnSpc>
            </a:pPr>
            <a:r>
              <a:rPr lang="en-GB" sz="4400">
                <a:solidFill>
                  <a:srgbClr val="000000"/>
                </a:solidFill>
                <a:latin typeface="Garamond"/>
              </a:rPr>
              <a:t>What will happen to him?</a:t>
            </a:r>
            <a:endParaRPr/>
          </a:p>
        </p:txBody>
      </p:sp>
    </p:spTree>
  </p:cSld>
  <p:transition spd="med">
    <p:pull dir="l"/>
  </p:transition>
  <p:timing>
    <p:tnLst>
      <p:par>
        <p:cTn id="3" dur="indefinite" restart="never" nodeType="tmRoot">
          <p:childTnLst>
            <p:seq>
              <p:cTn id="4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" dur="500" fill="hold"/>
                                        <p:tgtEl>
                                          <p:spTgt spid="88">
                                            <p:txEl>
                                              <p:pRg st="0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500" fill="hold"/>
                                        <p:tgtEl>
                                          <p:spTgt spid="88">
                                            <p:txEl>
                                              <p:pRg st="0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64" end="1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" dur="500" fill="hold"/>
                                        <p:tgtEl>
                                          <p:spTgt spid="88">
                                            <p:txEl>
                                              <p:pRg st="64" end="13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" dur="500" fill="hold"/>
                                        <p:tgtEl>
                                          <p:spTgt spid="88">
                                            <p:txEl>
                                              <p:pRg st="64" end="13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2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1295280" y="982080"/>
            <a:ext cx="9600840" cy="1303560"/>
          </a:xfrm>
          <a:prstGeom prst="rect">
            <a:avLst/>
          </a:prstGeom>
        </p:spPr>
        <p:txBody>
          <a:bodyPr anchor="ctr"/>
          <a:p>
            <a:pPr algn="ctr">
              <a:lnSpc>
                <a:spcPct val="100000"/>
              </a:lnSpc>
            </a:pPr>
            <a:r>
              <a:rPr lang="en-US" sz="4400">
                <a:solidFill>
                  <a:srgbClr val="262626"/>
                </a:solidFill>
                <a:latin typeface="Garamond"/>
              </a:rPr>
              <a:t>“</a:t>
            </a:r>
            <a:r>
              <a:rPr lang="en-US" sz="4400">
                <a:solidFill>
                  <a:srgbClr val="262626"/>
                </a:solidFill>
                <a:latin typeface="Garamond"/>
              </a:rPr>
              <a:t>Villains” aka temptations</a:t>
            </a:r>
            <a:endParaRPr/>
          </a:p>
        </p:txBody>
      </p:sp>
      <p:pic>
        <p:nvPicPr>
          <p:cNvPr id="92" name="Content Placeholder 5" descr=""/>
          <p:cNvPicPr/>
          <p:nvPr/>
        </p:nvPicPr>
        <p:blipFill>
          <a:blip r:embed="rId1"/>
          <a:stretch>
            <a:fillRect/>
          </a:stretch>
        </p:blipFill>
        <p:spPr>
          <a:xfrm>
            <a:off x="2061360" y="2782440"/>
            <a:ext cx="2845080" cy="2460600"/>
          </a:xfrm>
          <a:prstGeom prst="rect">
            <a:avLst/>
          </a:prstGeom>
          <a:ln>
            <a:noFill/>
          </a:ln>
        </p:spPr>
      </p:pic>
      <p:pic>
        <p:nvPicPr>
          <p:cNvPr id="93" name="Picture 6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6809400" y="2612520"/>
            <a:ext cx="2525760" cy="2468520"/>
          </a:xfrm>
          <a:prstGeom prst="rect">
            <a:avLst/>
          </a:prstGeom>
          <a:ln>
            <a:noFill/>
          </a:ln>
        </p:spPr>
      </p:pic>
      <p:sp>
        <p:nvSpPr>
          <p:cNvPr id="94" name="CustomShape 2"/>
          <p:cNvSpPr/>
          <p:nvPr/>
        </p:nvSpPr>
        <p:spPr>
          <a:xfrm>
            <a:off x="1735200" y="5368680"/>
            <a:ext cx="3497400" cy="36468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GB">
                <a:solidFill>
                  <a:srgbClr val="000000"/>
                </a:solidFill>
                <a:latin typeface="Garamond"/>
              </a:rPr>
              <a:t>Cool Trio – Dash, Antonio and Axel</a:t>
            </a:r>
            <a:endParaRPr/>
          </a:p>
        </p:txBody>
      </p:sp>
      <p:sp>
        <p:nvSpPr>
          <p:cNvPr id="95" name="CustomShape 3"/>
          <p:cNvSpPr/>
          <p:nvPr/>
        </p:nvSpPr>
        <p:spPr>
          <a:xfrm>
            <a:off x="6938640" y="5368680"/>
            <a:ext cx="1796760" cy="36468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GB">
                <a:solidFill>
                  <a:srgbClr val="000000"/>
                </a:solidFill>
                <a:latin typeface="Garamond"/>
              </a:rPr>
              <a:t>Ecster and Friend</a:t>
            </a:r>
            <a:endParaRPr/>
          </a:p>
        </p:txBody>
      </p:sp>
      <p:sp>
        <p:nvSpPr>
          <p:cNvPr id="96" name="CustomShape 4"/>
          <p:cNvSpPr/>
          <p:nvPr/>
        </p:nvSpPr>
        <p:spPr>
          <a:xfrm>
            <a:off x="2691000" y="3226680"/>
            <a:ext cx="1018440" cy="1018440"/>
          </a:xfrm>
          <a:prstGeom prst="ellipse">
            <a:avLst/>
          </a:prstGeom>
          <a:noFill/>
          <a:ln w="76320">
            <a:solidFill>
              <a:srgbClr val="ff0000"/>
            </a:solidFill>
            <a:round/>
          </a:ln>
        </p:spPr>
      </p:sp>
      <p:sp>
        <p:nvSpPr>
          <p:cNvPr id="97" name="CustomShape 5"/>
          <p:cNvSpPr/>
          <p:nvPr/>
        </p:nvSpPr>
        <p:spPr>
          <a:xfrm>
            <a:off x="8220600" y="4206240"/>
            <a:ext cx="1018440" cy="1018440"/>
          </a:xfrm>
          <a:prstGeom prst="ellipse">
            <a:avLst/>
          </a:prstGeom>
          <a:noFill/>
          <a:ln w="76320">
            <a:solidFill>
              <a:srgbClr val="ff0000"/>
            </a:solidFill>
            <a:round/>
          </a:ln>
        </p:spPr>
      </p:sp>
    </p:spTree>
  </p:cSld>
  <p:transition spd="med">
    <p:pull dir="l"/>
  </p:transition>
  <p:timing>
    <p:tnLst>
      <p:par>
        <p:cTn id="24" dur="indefinite" restart="never" nodeType="tmRoot">
          <p:childTnLst>
            <p:seq>
              <p:cTn id="25" dur="indefinite" nodeType="mainSeq">
                <p:childTnLst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nodeType="clickEffect" fill="hold" presetClass="entr" presetID="3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avLst>
                                        <p:tav tm="0">
                                          <p:val/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avLst>
                                        <p:tav tm="0">
                                          <p:val/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3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nodeType="withEffect" fill="hold" presetClass="entr" presetID="3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6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avLst>
                                        <p:tav tm="0">
                                          <p:val/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7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avLst>
                                        <p:tav tm="0">
                                          <p:val/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9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nodeType="click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-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out">
                                      <p:cBhvr additive="repl">
                                        <p:cTn id="52" dur="500"/>
                                        <p:tgtEl>
                                          <p:spTgt spid="-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Shape 1"/>
          <p:cNvSpPr txBox="1"/>
          <p:nvPr/>
        </p:nvSpPr>
        <p:spPr>
          <a:xfrm>
            <a:off x="1295280" y="288000"/>
            <a:ext cx="9600840" cy="1303560"/>
          </a:xfrm>
          <a:prstGeom prst="rect">
            <a:avLst/>
          </a:prstGeom>
        </p:spPr>
        <p:txBody>
          <a:bodyPr anchor="ctr"/>
          <a:p>
            <a:pPr algn="ctr">
              <a:lnSpc>
                <a:spcPct val="100000"/>
              </a:lnSpc>
            </a:pPr>
            <a:r>
              <a:rPr lang="en-US" sz="4400">
                <a:solidFill>
                  <a:srgbClr val="262626"/>
                </a:solidFill>
                <a:latin typeface="Garamond"/>
              </a:rPr>
              <a:t>Gameplay</a:t>
            </a:r>
            <a:endParaRPr/>
          </a:p>
        </p:txBody>
      </p:sp>
      <p:pic>
        <p:nvPicPr>
          <p:cNvPr id="99" name="" descr=""/>
          <p:cNvPicPr/>
          <p:nvPr/>
        </p:nvPicPr>
        <p:blipFill>
          <a:blip r:embed="rId1"/>
          <a:srcRect l="0" t="0" r="0" b="4981"/>
          <a:stretch>
            <a:fillRect/>
          </a:stretch>
        </p:blipFill>
        <p:spPr>
          <a:xfrm>
            <a:off x="360000" y="1132920"/>
            <a:ext cx="6552360" cy="4582440"/>
          </a:xfrm>
          <a:prstGeom prst="rect">
            <a:avLst/>
          </a:prstGeom>
          <a:ln>
            <a:noFill/>
          </a:ln>
        </p:spPr>
      </p:pic>
      <p:pic>
        <p:nvPicPr>
          <p:cNvPr id="100" name="" descr=""/>
          <p:cNvPicPr/>
          <p:nvPr/>
        </p:nvPicPr>
        <p:blipFill>
          <a:blip r:embed="rId2"/>
          <a:srcRect l="0" t="0" r="0" b="4434"/>
          <a:stretch>
            <a:fillRect/>
          </a:stretch>
        </p:blipFill>
        <p:spPr>
          <a:xfrm>
            <a:off x="5760000" y="26280"/>
            <a:ext cx="7426440" cy="5568480"/>
          </a:xfrm>
          <a:prstGeom prst="rect">
            <a:avLst/>
          </a:prstGeom>
          <a:ln>
            <a:noFill/>
          </a:ln>
        </p:spPr>
      </p:pic>
    </p:spTree>
  </p:cSld>
  <p:transition spd="med">
    <p:pull dir="l"/>
  </p:transition>
  <p:timing>
    <p:tnLst>
      <p:par>
        <p:cTn id="53" dur="indefinite" restart="never" nodeType="tmRoot">
          <p:childTnLst>
            <p:seq>
              <p:cTn id="5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Shape 1"/>
          <p:cNvSpPr txBox="1"/>
          <p:nvPr/>
        </p:nvSpPr>
        <p:spPr>
          <a:xfrm>
            <a:off x="1295280" y="982080"/>
            <a:ext cx="9600840" cy="1303560"/>
          </a:xfrm>
          <a:prstGeom prst="rect">
            <a:avLst/>
          </a:prstGeom>
        </p:spPr>
        <p:txBody>
          <a:bodyPr anchor="ctr"/>
          <a:p>
            <a:pPr algn="ctr">
              <a:lnSpc>
                <a:spcPct val="100000"/>
              </a:lnSpc>
            </a:pPr>
            <a:r>
              <a:rPr lang="en-US" sz="4400">
                <a:solidFill>
                  <a:srgbClr val="262626"/>
                </a:solidFill>
                <a:latin typeface="Garamond"/>
              </a:rPr>
              <a:t>Objective of the game</a:t>
            </a:r>
            <a:endParaRPr/>
          </a:p>
        </p:txBody>
      </p:sp>
      <p:sp>
        <p:nvSpPr>
          <p:cNvPr id="102" name="TextShape 2"/>
          <p:cNvSpPr txBox="1"/>
          <p:nvPr/>
        </p:nvSpPr>
        <p:spPr>
          <a:xfrm>
            <a:off x="1295280" y="2557080"/>
            <a:ext cx="9600840" cy="3318480"/>
          </a:xfrm>
          <a:prstGeom prst="rect">
            <a:avLst/>
          </a:prstGeom>
        </p:spPr>
        <p:txBody>
          <a:bodyPr/>
          <a:p>
            <a:pPr algn="ctr">
              <a:lnSpc>
                <a:spcPct val="100000"/>
              </a:lnSpc>
            </a:pPr>
            <a:r>
              <a:rPr b="1" lang="en-US" sz="9600">
                <a:solidFill>
                  <a:srgbClr val="262626"/>
                </a:solidFill>
                <a:latin typeface="Garamond"/>
              </a:rPr>
              <a:t>Say NO to Drugs literally!</a:t>
            </a:r>
            <a:endParaRPr/>
          </a:p>
        </p:txBody>
      </p:sp>
    </p:spTree>
  </p:cSld>
  <p:transition spd="med">
    <p:pull dir="l"/>
  </p:transition>
  <p:timing>
    <p:tnLst>
      <p:par>
        <p:cTn id="55" dur="indefinite" restart="never" nodeType="tmRoot">
          <p:childTnLst>
            <p:seq>
              <p:cTn id="5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Shape 1"/>
          <p:cNvSpPr txBox="1"/>
          <p:nvPr/>
        </p:nvSpPr>
        <p:spPr>
          <a:xfrm>
            <a:off x="1295280" y="2536560"/>
            <a:ext cx="9600840" cy="1303560"/>
          </a:xfrm>
          <a:prstGeom prst="rect">
            <a:avLst/>
          </a:prstGeom>
        </p:spPr>
        <p:txBody>
          <a:bodyPr anchor="ctr"/>
          <a:p>
            <a:pPr algn="ctr">
              <a:lnSpc>
                <a:spcPct val="100000"/>
              </a:lnSpc>
            </a:pPr>
            <a:r>
              <a:rPr lang="en-US" sz="4400">
                <a:solidFill>
                  <a:srgbClr val="262626"/>
                </a:solidFill>
                <a:latin typeface="Garamond"/>
              </a:rPr>
              <a:t>Demonstration</a:t>
            </a:r>
            <a:endParaRPr/>
          </a:p>
        </p:txBody>
      </p:sp>
    </p:spTree>
  </p:cSld>
  <p:transition spd="med">
    <p:pull dir="l"/>
  </p:transition>
  <p:timing>
    <p:tnLst>
      <p:par>
        <p:cTn id="57" dur="indefinite" restart="never" nodeType="tmRoot">
          <p:childTnLst>
            <p:seq>
              <p:cTn id="5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1295280" y="982080"/>
            <a:ext cx="9600840" cy="1303560"/>
          </a:xfrm>
          <a:prstGeom prst="rect">
            <a:avLst/>
          </a:prstGeom>
        </p:spPr>
        <p:txBody>
          <a:bodyPr anchor="ctr"/>
          <a:p>
            <a:pPr algn="ctr">
              <a:lnSpc>
                <a:spcPct val="100000"/>
              </a:lnSpc>
            </a:pPr>
            <a:r>
              <a:rPr lang="en-US" sz="4400">
                <a:solidFill>
                  <a:srgbClr val="262626"/>
                </a:solidFill>
                <a:latin typeface="Garamond"/>
              </a:rPr>
              <a:t>Future Development</a:t>
            </a:r>
            <a:endParaRPr/>
          </a:p>
        </p:txBody>
      </p:sp>
      <p:sp>
        <p:nvSpPr>
          <p:cNvPr id="105" name="TextShape 2"/>
          <p:cNvSpPr txBox="1"/>
          <p:nvPr/>
        </p:nvSpPr>
        <p:spPr>
          <a:xfrm>
            <a:off x="1295280" y="2557080"/>
            <a:ext cx="9600840" cy="3318480"/>
          </a:xfrm>
          <a:prstGeom prst="rect">
            <a:avLst/>
          </a:prstGeom>
        </p:spPr>
        <p:txBody>
          <a:bodyPr/>
          <a:p>
            <a:pPr>
              <a:lnSpc>
                <a:spcPct val="100000"/>
              </a:lnSpc>
              <a:buSzPct val="115000"/>
              <a:buFont typeface="Arial"/>
              <a:buChar char="•"/>
            </a:pPr>
            <a:r>
              <a:rPr lang="en-US" sz="2400">
                <a:solidFill>
                  <a:srgbClr val="262626"/>
                </a:solidFill>
                <a:latin typeface="Garamond"/>
              </a:rPr>
              <a:t>Added to our CCA website for all to play to further promote message (did that for last year’s entry)</a:t>
            </a:r>
            <a:endParaRPr/>
          </a:p>
          <a:p>
            <a:pPr lvl="1">
              <a:lnSpc>
                <a:spcPct val="100000"/>
              </a:lnSpc>
              <a:buSzPct val="115000"/>
              <a:buFont typeface="Arial"/>
              <a:buChar char="•"/>
            </a:pPr>
            <a:r>
              <a:rPr lang="en-US" sz="2000">
                <a:solidFill>
                  <a:srgbClr val="262626"/>
                </a:solidFill>
                <a:latin typeface="Garamond"/>
              </a:rPr>
              <a:t>Showed during our CCA booth displays during open houses</a:t>
            </a:r>
            <a:endParaRPr/>
          </a:p>
        </p:txBody>
      </p:sp>
    </p:spTree>
  </p:cSld>
  <p:timing>
    <p:tnLst>
      <p:par>
        <p:cTn id="59" dur="indefinite" restart="never" nodeType="tmRoot">
          <p:childTnLst>
            <p:seq>
              <p:cTn id="6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Shape 1"/>
          <p:cNvSpPr txBox="1"/>
          <p:nvPr/>
        </p:nvSpPr>
        <p:spPr>
          <a:xfrm>
            <a:off x="1295280" y="2588760"/>
            <a:ext cx="9600840" cy="1303560"/>
          </a:xfrm>
          <a:prstGeom prst="rect">
            <a:avLst/>
          </a:prstGeom>
        </p:spPr>
        <p:txBody>
          <a:bodyPr anchor="ctr"/>
          <a:p>
            <a:pPr algn="ctr">
              <a:lnSpc>
                <a:spcPct val="100000"/>
              </a:lnSpc>
            </a:pPr>
            <a:r>
              <a:rPr lang="en-US" sz="4400">
                <a:solidFill>
                  <a:srgbClr val="262626"/>
                </a:solidFill>
                <a:latin typeface="Garamond"/>
              </a:rPr>
              <a:t>Q&amp;A</a:t>
            </a:r>
            <a:endParaRPr/>
          </a:p>
        </p:txBody>
      </p:sp>
    </p:spTree>
  </p:cSld>
  <p:timing>
    <p:tnLst>
      <p:par>
        <p:cTn id="61" dur="indefinite" restart="never" nodeType="tmRoot">
          <p:childTnLst>
            <p:seq>
              <p:cTn id="6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